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El Titanic fue un accidente con una tasa de mortalidad alta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hundimiento</a:t>
            </a:r>
            <a:r>
              <a:rPr dirty="0"/>
              <a:t> del Titanic </a:t>
            </a:r>
            <a:r>
              <a:rPr dirty="0" err="1"/>
              <a:t>dejó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de las </a:t>
            </a:r>
            <a:r>
              <a:rPr dirty="0" err="1"/>
              <a:t>tasas</a:t>
            </a:r>
            <a:r>
              <a:rPr dirty="0"/>
              <a:t> de </a:t>
            </a:r>
            <a:r>
              <a:rPr dirty="0" err="1"/>
              <a:t>mortalidad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elevadas</a:t>
            </a:r>
            <a:r>
              <a:rPr dirty="0"/>
              <a:t> </a:t>
            </a:r>
            <a:r>
              <a:rPr dirty="0" err="1"/>
              <a:t>observadas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desastre</a:t>
            </a:r>
            <a:r>
              <a:rPr dirty="0"/>
              <a:t> </a:t>
            </a:r>
            <a:r>
              <a:rPr dirty="0" err="1"/>
              <a:t>marítimo</a:t>
            </a:r>
            <a:r>
              <a:rPr dirty="0"/>
              <a:t> civil.</a:t>
            </a:r>
          </a:p>
          <a:p>
            <a:r>
              <a:rPr dirty="0"/>
              <a:t>La </a:t>
            </a:r>
            <a:r>
              <a:rPr dirty="0" err="1"/>
              <a:t>mayoría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pasajeros</a:t>
            </a:r>
            <a:r>
              <a:rPr dirty="0"/>
              <a:t> no </a:t>
            </a:r>
            <a:r>
              <a:rPr dirty="0" err="1"/>
              <a:t>sobrevivió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7AA2094-66A9-B1DE-DCC7-2FE779BC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71" y="3810000"/>
            <a:ext cx="6767786" cy="300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Mujeres y niños primero... pero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muestran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mujeres</a:t>
            </a:r>
            <a:r>
              <a:rPr dirty="0"/>
              <a:t> y </a:t>
            </a:r>
            <a:r>
              <a:rPr dirty="0" err="1"/>
              <a:t>niños</a:t>
            </a:r>
            <a:r>
              <a:rPr dirty="0"/>
              <a:t> </a:t>
            </a:r>
            <a:r>
              <a:rPr dirty="0" err="1"/>
              <a:t>tuvieron</a:t>
            </a:r>
            <a:r>
              <a:rPr dirty="0"/>
              <a:t> </a:t>
            </a:r>
            <a:r>
              <a:rPr dirty="0" err="1"/>
              <a:t>mayores</a:t>
            </a:r>
            <a:r>
              <a:rPr dirty="0"/>
              <a:t> </a:t>
            </a:r>
            <a:r>
              <a:rPr dirty="0" err="1"/>
              <a:t>tasas</a:t>
            </a:r>
            <a:r>
              <a:rPr dirty="0"/>
              <a:t> de </a:t>
            </a:r>
            <a:r>
              <a:rPr dirty="0" err="1"/>
              <a:t>supervivencia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ventaja</a:t>
            </a:r>
            <a:r>
              <a:rPr dirty="0"/>
              <a:t> no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uniforme</a:t>
            </a:r>
            <a:r>
              <a:rPr dirty="0"/>
              <a:t>.</a:t>
            </a:r>
          </a:p>
          <a:p>
            <a:endParaRPr lang="es-ES" dirty="0"/>
          </a:p>
          <a:p>
            <a:endParaRPr dirty="0"/>
          </a:p>
        </p:txBody>
      </p:sp>
      <p:pic>
        <p:nvPicPr>
          <p:cNvPr id="5" name="Imagen 4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482FE5D5-5335-0A19-DE49-E0E36E1A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5" y="3328533"/>
            <a:ext cx="5317354" cy="3254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 clase tuvo una influencia significativa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del </a:t>
            </a:r>
            <a:r>
              <a:rPr dirty="0" err="1"/>
              <a:t>billete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uno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factores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determinantes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supervivencia</a:t>
            </a:r>
            <a:r>
              <a:rPr dirty="0"/>
              <a:t>.</a:t>
            </a:r>
          </a:p>
          <a:p>
            <a:r>
              <a:rPr dirty="0"/>
              <a:t>Los </a:t>
            </a:r>
            <a:r>
              <a:rPr dirty="0" err="1"/>
              <a:t>pasajeros</a:t>
            </a:r>
            <a:r>
              <a:rPr dirty="0"/>
              <a:t> de 1ª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tuvieron</a:t>
            </a:r>
            <a:r>
              <a:rPr dirty="0"/>
              <a:t> </a:t>
            </a:r>
            <a:r>
              <a:rPr dirty="0" err="1"/>
              <a:t>tasas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de 2ª y 3ª.</a:t>
            </a:r>
          </a:p>
          <a:p>
            <a:endParaRPr dirty="0"/>
          </a:p>
        </p:txBody>
      </p:sp>
      <p:pic>
        <p:nvPicPr>
          <p:cNvPr id="5" name="Imagen 4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3FFE1308-2287-9B9E-A981-B3B7040B4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00" y="3777343"/>
            <a:ext cx="7163800" cy="2806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Diferencias entre mujeres y niños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ventaja de mujeres y niños cambia según la clase del pasaje.</a:t>
            </a:r>
          </a:p>
          <a:p>
            <a:r>
              <a:t>Las mujeres y niños de 3ª clase tuvieron menor probabilidad que los de 1ª.</a:t>
            </a:r>
          </a:p>
          <a:p>
            <a:endParaRPr/>
          </a:p>
          <a:p>
            <a:r>
              <a:t>[Inserta aquí la gráfica 4: Sexo × Niño/Adulto × Clase]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¿Influyó el puerto de embarque?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diferencias entre puertos parecen importantes, pero se explican principalmente por la clase de pasaje que embarcó en cada uno.</a:t>
            </a:r>
          </a:p>
          <a:p>
            <a:endParaRPr/>
          </a:p>
          <a:p>
            <a:r>
              <a:t>[Inserta aquí la gráfica 5: Puerto × Clase × Supervivencia]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Mortalidad muy alta.</a:t>
            </a:r>
          </a:p>
          <a:p>
            <a:r>
              <a:t>- Mujeres y niños con mayor supervivencia, pero no de forma uniforme.</a:t>
            </a:r>
          </a:p>
          <a:p>
            <a:r>
              <a:t>- La clase del billete explica buena parte de las diferencias.</a:t>
            </a:r>
          </a:p>
          <a:p>
            <a:r>
              <a:t>- El puerto influye solo indirectamente a través de la clase.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236</Words>
  <Application>Microsoft Office PowerPoint</Application>
  <PresentationFormat>Presentación en pantalla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El Titanic fue un accidente con una tasa de mortalidad alta</vt:lpstr>
      <vt:lpstr>Mujeres y niños primero... pero</vt:lpstr>
      <vt:lpstr>La clase tuvo una influencia significativa</vt:lpstr>
      <vt:lpstr>Diferencias entre mujeres y niños</vt:lpstr>
      <vt:lpstr>¿Influyó el puerto de embarque?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Hoyos Toscano</dc:creator>
  <cp:keywords/>
  <dc:description>generated using python-pptx</dc:description>
  <cp:lastModifiedBy>Diana Hoyos Toscano</cp:lastModifiedBy>
  <cp:revision>2</cp:revision>
  <dcterms:created xsi:type="dcterms:W3CDTF">2013-01-27T09:14:16Z</dcterms:created>
  <dcterms:modified xsi:type="dcterms:W3CDTF">2025-12-08T21:15:14Z</dcterms:modified>
  <cp:category/>
</cp:coreProperties>
</file>