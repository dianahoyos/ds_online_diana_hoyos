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73" r:id="rId2"/>
    <p:sldId id="268" r:id="rId3"/>
    <p:sldId id="275" r:id="rId4"/>
    <p:sldId id="269" r:id="rId5"/>
  </p:sldIdLst>
  <p:sldSz cx="12192000" cy="6858000"/>
  <p:notesSz cx="6858000" cy="9144000"/>
  <p:embeddedFontLst>
    <p:embeddedFont>
      <p:font typeface="Play" panose="020B0604020202020204" charset="0"/>
      <p:regular r:id="rId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E1+t1ccEiWLFZlgZB5SeICAZD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768EBD-5237-4FAE-9D46-496B64AD8E0B}" v="31" dt="2026-01-05T16:07:40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28" Type="http://schemas.openxmlformats.org/officeDocument/2006/relationships/viewProps" Target="viewProps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Hoyos Toscano" userId="f696a549be9143e3" providerId="LiveId" clId="{59332D42-0773-465C-92CB-9E2073AEC025}"/>
    <pc:docChg chg="undo custSel addSld delSld modSld sldOrd">
      <pc:chgData name="Diana Hoyos Toscano" userId="f696a549be9143e3" providerId="LiveId" clId="{59332D42-0773-465C-92CB-9E2073AEC025}" dt="2026-01-05T16:18:02.913" v="284" actId="2696"/>
      <pc:docMkLst>
        <pc:docMk/>
      </pc:docMkLst>
      <pc:sldChg chg="del">
        <pc:chgData name="Diana Hoyos Toscano" userId="f696a549be9143e3" providerId="LiveId" clId="{59332D42-0773-465C-92CB-9E2073AEC025}" dt="2026-01-05T16:18:02.913" v="284" actId="2696"/>
        <pc:sldMkLst>
          <pc:docMk/>
          <pc:sldMk cId="0" sldId="256"/>
        </pc:sldMkLst>
      </pc:sldChg>
      <pc:sldChg chg="del">
        <pc:chgData name="Diana Hoyos Toscano" userId="f696a549be9143e3" providerId="LiveId" clId="{59332D42-0773-465C-92CB-9E2073AEC025}" dt="2026-01-05T16:13:18.965" v="281" actId="2696"/>
        <pc:sldMkLst>
          <pc:docMk/>
          <pc:sldMk cId="0" sldId="261"/>
        </pc:sldMkLst>
      </pc:sldChg>
      <pc:sldChg chg="del">
        <pc:chgData name="Diana Hoyos Toscano" userId="f696a549be9143e3" providerId="LiveId" clId="{59332D42-0773-465C-92CB-9E2073AEC025}" dt="2026-01-05T14:57:16.801" v="74" actId="2696"/>
        <pc:sldMkLst>
          <pc:docMk/>
          <pc:sldMk cId="0" sldId="262"/>
        </pc:sldMkLst>
      </pc:sldChg>
      <pc:sldChg chg="del">
        <pc:chgData name="Diana Hoyos Toscano" userId="f696a549be9143e3" providerId="LiveId" clId="{59332D42-0773-465C-92CB-9E2073AEC025}" dt="2026-01-05T14:57:26.511" v="76" actId="2696"/>
        <pc:sldMkLst>
          <pc:docMk/>
          <pc:sldMk cId="0" sldId="263"/>
        </pc:sldMkLst>
      </pc:sldChg>
      <pc:sldChg chg="modSp del mod">
        <pc:chgData name="Diana Hoyos Toscano" userId="f696a549be9143e3" providerId="LiveId" clId="{59332D42-0773-465C-92CB-9E2073AEC025}" dt="2026-01-05T15:31:45.370" v="185" actId="2696"/>
        <pc:sldMkLst>
          <pc:docMk/>
          <pc:sldMk cId="0" sldId="264"/>
        </pc:sldMkLst>
        <pc:spChg chg="mod">
          <ac:chgData name="Diana Hoyos Toscano" userId="f696a549be9143e3" providerId="LiveId" clId="{59332D42-0773-465C-92CB-9E2073AEC025}" dt="2026-01-05T14:46:57.850" v="28" actId="27636"/>
          <ac:spMkLst>
            <pc:docMk/>
            <pc:sldMk cId="0" sldId="264"/>
            <ac:spMk id="201" creationId="{00000000-0000-0000-0000-000000000000}"/>
          </ac:spMkLst>
        </pc:spChg>
      </pc:sldChg>
      <pc:sldChg chg="modSp del mod">
        <pc:chgData name="Diana Hoyos Toscano" userId="f696a549be9143e3" providerId="LiveId" clId="{59332D42-0773-465C-92CB-9E2073AEC025}" dt="2026-01-05T15:48:03.035" v="249" actId="2696"/>
        <pc:sldMkLst>
          <pc:docMk/>
          <pc:sldMk cId="0" sldId="265"/>
        </pc:sldMkLst>
        <pc:spChg chg="mod">
          <ac:chgData name="Diana Hoyos Toscano" userId="f696a549be9143e3" providerId="LiveId" clId="{59332D42-0773-465C-92CB-9E2073AEC025}" dt="2026-01-05T15:29:04.840" v="164" actId="255"/>
          <ac:spMkLst>
            <pc:docMk/>
            <pc:sldMk cId="0" sldId="265"/>
            <ac:spMk id="209" creationId="{00000000-0000-0000-0000-000000000000}"/>
          </ac:spMkLst>
        </pc:spChg>
        <pc:spChg chg="mod">
          <ac:chgData name="Diana Hoyos Toscano" userId="f696a549be9143e3" providerId="LiveId" clId="{59332D42-0773-465C-92CB-9E2073AEC025}" dt="2026-01-05T15:30:46.683" v="183" actId="20577"/>
          <ac:spMkLst>
            <pc:docMk/>
            <pc:sldMk cId="0" sldId="265"/>
            <ac:spMk id="210" creationId="{00000000-0000-0000-0000-000000000000}"/>
          </ac:spMkLst>
        </pc:spChg>
        <pc:picChg chg="mod">
          <ac:chgData name="Diana Hoyos Toscano" userId="f696a549be9143e3" providerId="LiveId" clId="{59332D42-0773-465C-92CB-9E2073AEC025}" dt="2026-01-05T15:31:32.001" v="184" actId="1076"/>
          <ac:picMkLst>
            <pc:docMk/>
            <pc:sldMk cId="0" sldId="265"/>
            <ac:picMk id="211" creationId="{00000000-0000-0000-0000-000000000000}"/>
          </ac:picMkLst>
        </pc:picChg>
      </pc:sldChg>
      <pc:sldChg chg="del">
        <pc:chgData name="Diana Hoyos Toscano" userId="f696a549be9143e3" providerId="LiveId" clId="{59332D42-0773-465C-92CB-9E2073AEC025}" dt="2026-01-05T15:41:38.051" v="208" actId="2696"/>
        <pc:sldMkLst>
          <pc:docMk/>
          <pc:sldMk cId="0" sldId="266"/>
        </pc:sldMkLst>
      </pc:sldChg>
      <pc:sldChg chg="modSp del mod">
        <pc:chgData name="Diana Hoyos Toscano" userId="f696a549be9143e3" providerId="LiveId" clId="{59332D42-0773-465C-92CB-9E2073AEC025}" dt="2026-01-05T15:41:43.342" v="209" actId="2696"/>
        <pc:sldMkLst>
          <pc:docMk/>
          <pc:sldMk cId="0" sldId="267"/>
        </pc:sldMkLst>
        <pc:spChg chg="mod">
          <ac:chgData name="Diana Hoyos Toscano" userId="f696a549be9143e3" providerId="LiveId" clId="{59332D42-0773-465C-92CB-9E2073AEC025}" dt="2026-01-05T14:46:57.855" v="29" actId="27636"/>
          <ac:spMkLst>
            <pc:docMk/>
            <pc:sldMk cId="0" sldId="267"/>
            <ac:spMk id="228" creationId="{00000000-0000-0000-0000-000000000000}"/>
          </ac:spMkLst>
        </pc:spChg>
      </pc:sldChg>
      <pc:sldChg chg="addSp delSp modSp mod ord">
        <pc:chgData name="Diana Hoyos Toscano" userId="f696a549be9143e3" providerId="LiveId" clId="{59332D42-0773-465C-92CB-9E2073AEC025}" dt="2026-01-05T16:09:16.613" v="280" actId="14100"/>
        <pc:sldMkLst>
          <pc:docMk/>
          <pc:sldMk cId="0" sldId="268"/>
        </pc:sldMkLst>
        <pc:spChg chg="mod">
          <ac:chgData name="Diana Hoyos Toscano" userId="f696a549be9143e3" providerId="LiveId" clId="{59332D42-0773-465C-92CB-9E2073AEC025}" dt="2026-01-05T16:07:46.352" v="267" actId="14100"/>
          <ac:spMkLst>
            <pc:docMk/>
            <pc:sldMk cId="0" sldId="268"/>
            <ac:spMk id="236" creationId="{00000000-0000-0000-0000-000000000000}"/>
          </ac:spMkLst>
        </pc:spChg>
        <pc:spChg chg="mod">
          <ac:chgData name="Diana Hoyos Toscano" userId="f696a549be9143e3" providerId="LiveId" clId="{59332D42-0773-465C-92CB-9E2073AEC025}" dt="2026-01-05T16:09:06.576" v="279" actId="1076"/>
          <ac:spMkLst>
            <pc:docMk/>
            <pc:sldMk cId="0" sldId="268"/>
            <ac:spMk id="237" creationId="{00000000-0000-0000-0000-000000000000}"/>
          </ac:spMkLst>
        </pc:spChg>
        <pc:picChg chg="add mod">
          <ac:chgData name="Diana Hoyos Toscano" userId="f696a549be9143e3" providerId="LiveId" clId="{59332D42-0773-465C-92CB-9E2073AEC025}" dt="2026-01-05T16:09:16.613" v="280" actId="14100"/>
          <ac:picMkLst>
            <pc:docMk/>
            <pc:sldMk cId="0" sldId="268"/>
            <ac:picMk id="2" creationId="{D748B60C-B351-A0CF-E99B-8EBE8C7779B5}"/>
          </ac:picMkLst>
        </pc:picChg>
        <pc:picChg chg="add mod">
          <ac:chgData name="Diana Hoyos Toscano" userId="f696a549be9143e3" providerId="LiveId" clId="{59332D42-0773-465C-92CB-9E2073AEC025}" dt="2026-01-05T16:08:30.846" v="276" actId="1076"/>
          <ac:picMkLst>
            <pc:docMk/>
            <pc:sldMk cId="0" sldId="268"/>
            <ac:picMk id="4" creationId="{0AD8E32C-CFC3-5645-B685-47B5D2095F75}"/>
          </ac:picMkLst>
        </pc:picChg>
        <pc:picChg chg="del">
          <ac:chgData name="Diana Hoyos Toscano" userId="f696a549be9143e3" providerId="LiveId" clId="{59332D42-0773-465C-92CB-9E2073AEC025}" dt="2026-01-05T15:46:54.754" v="238" actId="478"/>
          <ac:picMkLst>
            <pc:docMk/>
            <pc:sldMk cId="0" sldId="268"/>
            <ac:picMk id="238" creationId="{00000000-0000-0000-0000-000000000000}"/>
          </ac:picMkLst>
        </pc:picChg>
      </pc:sldChg>
      <pc:sldChg chg="modSp mod">
        <pc:chgData name="Diana Hoyos Toscano" userId="f696a549be9143e3" providerId="LiveId" clId="{59332D42-0773-465C-92CB-9E2073AEC025}" dt="2026-01-05T15:43:04.795" v="214" actId="14100"/>
        <pc:sldMkLst>
          <pc:docMk/>
          <pc:sldMk cId="0" sldId="269"/>
        </pc:sldMkLst>
        <pc:spChg chg="mod">
          <ac:chgData name="Diana Hoyos Toscano" userId="f696a549be9143e3" providerId="LiveId" clId="{59332D42-0773-465C-92CB-9E2073AEC025}" dt="2026-01-05T15:43:04.795" v="214" actId="14100"/>
          <ac:spMkLst>
            <pc:docMk/>
            <pc:sldMk cId="0" sldId="269"/>
            <ac:spMk id="246" creationId="{00000000-0000-0000-0000-000000000000}"/>
          </ac:spMkLst>
        </pc:spChg>
        <pc:picChg chg="mod">
          <ac:chgData name="Diana Hoyos Toscano" userId="f696a549be9143e3" providerId="LiveId" clId="{59332D42-0773-465C-92CB-9E2073AEC025}" dt="2026-01-05T15:42:59.227" v="213" actId="1076"/>
          <ac:picMkLst>
            <pc:docMk/>
            <pc:sldMk cId="0" sldId="269"/>
            <ac:picMk id="247" creationId="{00000000-0000-0000-0000-000000000000}"/>
          </ac:picMkLst>
        </pc:picChg>
      </pc:sldChg>
      <pc:sldChg chg="del">
        <pc:chgData name="Diana Hoyos Toscano" userId="f696a549be9143e3" providerId="LiveId" clId="{59332D42-0773-465C-92CB-9E2073AEC025}" dt="2026-01-05T15:44:09.882" v="215" actId="2696"/>
        <pc:sldMkLst>
          <pc:docMk/>
          <pc:sldMk cId="0" sldId="270"/>
        </pc:sldMkLst>
      </pc:sldChg>
      <pc:sldChg chg="modSp new del mod">
        <pc:chgData name="Diana Hoyos Toscano" userId="f696a549be9143e3" providerId="LiveId" clId="{59332D42-0773-465C-92CB-9E2073AEC025}" dt="2026-01-05T14:57:23.537" v="75" actId="2696"/>
        <pc:sldMkLst>
          <pc:docMk/>
          <pc:sldMk cId="158322227" sldId="271"/>
        </pc:sldMkLst>
        <pc:spChg chg="mod">
          <ac:chgData name="Diana Hoyos Toscano" userId="f696a549be9143e3" providerId="LiveId" clId="{59332D42-0773-465C-92CB-9E2073AEC025}" dt="2026-01-05T14:47:06.520" v="31" actId="120"/>
          <ac:spMkLst>
            <pc:docMk/>
            <pc:sldMk cId="158322227" sldId="271"/>
            <ac:spMk id="2" creationId="{C2DA79DD-D45A-2E11-BB97-972DBA41DE4D}"/>
          </ac:spMkLst>
        </pc:spChg>
        <pc:spChg chg="mod">
          <ac:chgData name="Diana Hoyos Toscano" userId="f696a549be9143e3" providerId="LiveId" clId="{59332D42-0773-465C-92CB-9E2073AEC025}" dt="2026-01-05T14:46:57.802" v="27"/>
          <ac:spMkLst>
            <pc:docMk/>
            <pc:sldMk cId="158322227" sldId="271"/>
            <ac:spMk id="3" creationId="{C635D335-AC8C-2F9F-7361-CD1706236F80}"/>
          </ac:spMkLst>
        </pc:spChg>
      </pc:sldChg>
      <pc:sldChg chg="addSp delSp modSp new del mod modClrScheme chgLayout">
        <pc:chgData name="Diana Hoyos Toscano" userId="f696a549be9143e3" providerId="LiveId" clId="{59332D42-0773-465C-92CB-9E2073AEC025}" dt="2026-01-05T15:28:06.288" v="157" actId="2696"/>
        <pc:sldMkLst>
          <pc:docMk/>
          <pc:sldMk cId="1556727289" sldId="272"/>
        </pc:sldMkLst>
        <pc:spChg chg="mod ord">
          <ac:chgData name="Diana Hoyos Toscano" userId="f696a549be9143e3" providerId="LiveId" clId="{59332D42-0773-465C-92CB-9E2073AEC025}" dt="2026-01-05T15:12:39.486" v="130" actId="700"/>
          <ac:spMkLst>
            <pc:docMk/>
            <pc:sldMk cId="1556727289" sldId="272"/>
            <ac:spMk id="2" creationId="{2A89EEB3-4556-C358-9A73-9BAC2EA03C80}"/>
          </ac:spMkLst>
        </pc:spChg>
        <pc:spChg chg="del mod">
          <ac:chgData name="Diana Hoyos Toscano" userId="f696a549be9143e3" providerId="LiveId" clId="{59332D42-0773-465C-92CB-9E2073AEC025}" dt="2026-01-05T14:52:08.910" v="57" actId="478"/>
          <ac:spMkLst>
            <pc:docMk/>
            <pc:sldMk cId="1556727289" sldId="272"/>
            <ac:spMk id="3" creationId="{D2E81A0E-34E0-9A7E-5B1D-D1AD68B8BAAF}"/>
          </ac:spMkLst>
        </pc:spChg>
        <pc:spChg chg="mod ord">
          <ac:chgData name="Diana Hoyos Toscano" userId="f696a549be9143e3" providerId="LiveId" clId="{59332D42-0773-465C-92CB-9E2073AEC025}" dt="2026-01-05T15:12:39.486" v="130" actId="700"/>
          <ac:spMkLst>
            <pc:docMk/>
            <pc:sldMk cId="1556727289" sldId="272"/>
            <ac:spMk id="4" creationId="{86DAED38-01DB-42B4-C312-FB9E5BEBD74A}"/>
          </ac:spMkLst>
        </pc:spChg>
        <pc:spChg chg="del mod">
          <ac:chgData name="Diana Hoyos Toscano" userId="f696a549be9143e3" providerId="LiveId" clId="{59332D42-0773-465C-92CB-9E2073AEC025}" dt="2026-01-05T14:52:13.869" v="58" actId="478"/>
          <ac:spMkLst>
            <pc:docMk/>
            <pc:sldMk cId="1556727289" sldId="272"/>
            <ac:spMk id="5" creationId="{4B29A9A7-F3F9-32EA-E2A5-6DE4C2D503A5}"/>
          </ac:spMkLst>
        </pc:spChg>
        <pc:spChg chg="mod ord">
          <ac:chgData name="Diana Hoyos Toscano" userId="f696a549be9143e3" providerId="LiveId" clId="{59332D42-0773-465C-92CB-9E2073AEC025}" dt="2026-01-05T15:12:39.486" v="130" actId="700"/>
          <ac:spMkLst>
            <pc:docMk/>
            <pc:sldMk cId="1556727289" sldId="272"/>
            <ac:spMk id="6" creationId="{503FFF20-0E53-E69B-910C-39B04562FB8E}"/>
          </ac:spMkLst>
        </pc:spChg>
        <pc:spChg chg="add del mod">
          <ac:chgData name="Diana Hoyos Toscano" userId="f696a549be9143e3" providerId="LiveId" clId="{59332D42-0773-465C-92CB-9E2073AEC025}" dt="2026-01-05T14:50:16.370" v="43" actId="478"/>
          <ac:spMkLst>
            <pc:docMk/>
            <pc:sldMk cId="1556727289" sldId="272"/>
            <ac:spMk id="9" creationId="{0496E24F-CE41-4C3C-ABE7-A9230099D0D6}"/>
          </ac:spMkLst>
        </pc:spChg>
        <pc:spChg chg="add del mod">
          <ac:chgData name="Diana Hoyos Toscano" userId="f696a549be9143e3" providerId="LiveId" clId="{59332D42-0773-465C-92CB-9E2073AEC025}" dt="2026-01-05T15:05:52.302" v="119"/>
          <ac:spMkLst>
            <pc:docMk/>
            <pc:sldMk cId="1556727289" sldId="272"/>
            <ac:spMk id="12" creationId="{65F3C0D9-DFBE-17C0-7F6F-00ECE7AFAED8}"/>
          </ac:spMkLst>
        </pc:spChg>
        <pc:spChg chg="add mod">
          <ac:chgData name="Diana Hoyos Toscano" userId="f696a549be9143e3" providerId="LiveId" clId="{59332D42-0773-465C-92CB-9E2073AEC025}" dt="2026-01-05T14:54:12.100" v="73" actId="1076"/>
          <ac:spMkLst>
            <pc:docMk/>
            <pc:sldMk cId="1556727289" sldId="272"/>
            <ac:spMk id="15" creationId="{01398CD4-6671-1197-F3D5-D6CB176A33F6}"/>
          </ac:spMkLst>
        </pc:spChg>
        <pc:picChg chg="add del mod">
          <ac:chgData name="Diana Hoyos Toscano" userId="f696a549be9143e3" providerId="LiveId" clId="{59332D42-0773-465C-92CB-9E2073AEC025}" dt="2026-01-05T14:50:16.370" v="43" actId="478"/>
          <ac:picMkLst>
            <pc:docMk/>
            <pc:sldMk cId="1556727289" sldId="272"/>
            <ac:picMk id="8" creationId="{C9104135-21EB-B2DB-8439-AF39669AA1BA}"/>
          </ac:picMkLst>
        </pc:picChg>
        <pc:picChg chg="add mod">
          <ac:chgData name="Diana Hoyos Toscano" userId="f696a549be9143e3" providerId="LiveId" clId="{59332D42-0773-465C-92CB-9E2073AEC025}" dt="2026-01-05T14:51:42.923" v="52" actId="1076"/>
          <ac:picMkLst>
            <pc:docMk/>
            <pc:sldMk cId="1556727289" sldId="272"/>
            <ac:picMk id="11" creationId="{883A7F45-6B1C-40E2-B8DC-4A8B5C452E5F}"/>
          </ac:picMkLst>
        </pc:picChg>
        <pc:picChg chg="add mod">
          <ac:chgData name="Diana Hoyos Toscano" userId="f696a549be9143e3" providerId="LiveId" clId="{59332D42-0773-465C-92CB-9E2073AEC025}" dt="2026-01-05T15:04:54.252" v="101" actId="1076"/>
          <ac:picMkLst>
            <pc:docMk/>
            <pc:sldMk cId="1556727289" sldId="272"/>
            <ac:picMk id="14" creationId="{ED9907E9-05AF-C434-F309-AA99F7A4FB2F}"/>
          </ac:picMkLst>
        </pc:picChg>
      </pc:sldChg>
      <pc:sldChg chg="add del">
        <pc:chgData name="Diana Hoyos Toscano" userId="f696a549be9143e3" providerId="LiveId" clId="{59332D42-0773-465C-92CB-9E2073AEC025}" dt="2026-01-05T15:12:46.245" v="132" actId="2696"/>
        <pc:sldMkLst>
          <pc:docMk/>
          <pc:sldMk cId="2796273791" sldId="273"/>
        </pc:sldMkLst>
      </pc:sldChg>
      <pc:sldChg chg="addSp delSp modSp new mod setBg">
        <pc:chgData name="Diana Hoyos Toscano" userId="f696a549be9143e3" providerId="LiveId" clId="{59332D42-0773-465C-92CB-9E2073AEC025}" dt="2026-01-05T15:26:07.661" v="156" actId="6549"/>
        <pc:sldMkLst>
          <pc:docMk/>
          <pc:sldMk cId="3578133854" sldId="273"/>
        </pc:sldMkLst>
        <pc:spChg chg="mod">
          <ac:chgData name="Diana Hoyos Toscano" userId="f696a549be9143e3" providerId="LiveId" clId="{59332D42-0773-465C-92CB-9E2073AEC025}" dt="2026-01-05T15:25:40.102" v="148" actId="27636"/>
          <ac:spMkLst>
            <pc:docMk/>
            <pc:sldMk cId="3578133854" sldId="273"/>
            <ac:spMk id="2" creationId="{D8DEDCDD-388E-3105-4E25-DCE1473E66E9}"/>
          </ac:spMkLst>
        </pc:spChg>
        <pc:spChg chg="mod">
          <ac:chgData name="Diana Hoyos Toscano" userId="f696a549be9143e3" providerId="LiveId" clId="{59332D42-0773-465C-92CB-9E2073AEC025}" dt="2026-01-05T15:26:07.661" v="156" actId="6549"/>
          <ac:spMkLst>
            <pc:docMk/>
            <pc:sldMk cId="3578133854" sldId="273"/>
            <ac:spMk id="3" creationId="{A7F606FA-8766-3244-AA64-EEB54246C2DC}"/>
          </ac:spMkLst>
        </pc:spChg>
        <pc:spChg chg="add mod">
          <ac:chgData name="Diana Hoyos Toscano" userId="f696a549be9143e3" providerId="LiveId" clId="{59332D42-0773-465C-92CB-9E2073AEC025}" dt="2026-01-05T15:25:40.086" v="147" actId="26606"/>
          <ac:spMkLst>
            <pc:docMk/>
            <pc:sldMk cId="3578133854" sldId="273"/>
            <ac:spMk id="6" creationId="{D6D9093B-835C-10D6-0CF6-1680C864C625}"/>
          </ac:spMkLst>
        </pc:spChg>
        <pc:spChg chg="add del">
          <ac:chgData name="Diana Hoyos Toscano" userId="f696a549be9143e3" providerId="LiveId" clId="{59332D42-0773-465C-92CB-9E2073AEC025}" dt="2026-01-05T15:25:26.181" v="142" actId="26606"/>
          <ac:spMkLst>
            <pc:docMk/>
            <pc:sldMk cId="3578133854" sldId="273"/>
            <ac:spMk id="11" creationId="{5EF17487-C386-4F99-B5EB-4FD3DF4236B2}"/>
          </ac:spMkLst>
        </pc:spChg>
        <pc:spChg chg="add del">
          <ac:chgData name="Diana Hoyos Toscano" userId="f696a549be9143e3" providerId="LiveId" clId="{59332D42-0773-465C-92CB-9E2073AEC025}" dt="2026-01-05T15:25:26.181" v="142" actId="26606"/>
          <ac:spMkLst>
            <pc:docMk/>
            <pc:sldMk cId="3578133854" sldId="273"/>
            <ac:spMk id="13" creationId="{A0DE92DF-4769-4DE9-93FD-EE31271850CA}"/>
          </ac:spMkLst>
        </pc:spChg>
        <pc:spChg chg="add del">
          <ac:chgData name="Diana Hoyos Toscano" userId="f696a549be9143e3" providerId="LiveId" clId="{59332D42-0773-465C-92CB-9E2073AEC025}" dt="2026-01-05T15:25:33.344" v="144" actId="26606"/>
          <ac:spMkLst>
            <pc:docMk/>
            <pc:sldMk cId="3578133854" sldId="273"/>
            <ac:spMk id="15" creationId="{99F1FFA9-D672-408C-9220-ADEEC6ABDD09}"/>
          </ac:spMkLst>
        </pc:spChg>
        <pc:spChg chg="add del">
          <ac:chgData name="Diana Hoyos Toscano" userId="f696a549be9143e3" providerId="LiveId" clId="{59332D42-0773-465C-92CB-9E2073AEC025}" dt="2026-01-05T15:25:40.086" v="146" actId="26606"/>
          <ac:spMkLst>
            <pc:docMk/>
            <pc:sldMk cId="3578133854" sldId="273"/>
            <ac:spMk id="17" creationId="{75C56826-D4E5-42ED-8529-079651CB3005}"/>
          </ac:spMkLst>
        </pc:spChg>
        <pc:spChg chg="add del">
          <ac:chgData name="Diana Hoyos Toscano" userId="f696a549be9143e3" providerId="LiveId" clId="{59332D42-0773-465C-92CB-9E2073AEC025}" dt="2026-01-05T15:25:40.086" v="146" actId="26606"/>
          <ac:spMkLst>
            <pc:docMk/>
            <pc:sldMk cId="3578133854" sldId="273"/>
            <ac:spMk id="18" creationId="{231BF440-39FA-4087-84CC-2EEC0BBDAF29}"/>
          </ac:spMkLst>
        </pc:spChg>
        <pc:spChg chg="add del">
          <ac:chgData name="Diana Hoyos Toscano" userId="f696a549be9143e3" providerId="LiveId" clId="{59332D42-0773-465C-92CB-9E2073AEC025}" dt="2026-01-05T15:25:40.086" v="146" actId="26606"/>
          <ac:spMkLst>
            <pc:docMk/>
            <pc:sldMk cId="3578133854" sldId="273"/>
            <ac:spMk id="19" creationId="{82095FCE-EF05-4443-B97A-85DEE3A5CA17}"/>
          </ac:spMkLst>
        </pc:spChg>
        <pc:spChg chg="add del">
          <ac:chgData name="Diana Hoyos Toscano" userId="f696a549be9143e3" providerId="LiveId" clId="{59332D42-0773-465C-92CB-9E2073AEC025}" dt="2026-01-05T15:25:40.086" v="146" actId="26606"/>
          <ac:spMkLst>
            <pc:docMk/>
            <pc:sldMk cId="3578133854" sldId="273"/>
            <ac:spMk id="20" creationId="{F04E4CBA-303B-48BD-8451-C2701CB0EEBF}"/>
          </ac:spMkLst>
        </pc:spChg>
        <pc:spChg chg="add del">
          <ac:chgData name="Diana Hoyos Toscano" userId="f696a549be9143e3" providerId="LiveId" clId="{59332D42-0773-465C-92CB-9E2073AEC025}" dt="2026-01-05T15:25:40.086" v="146" actId="26606"/>
          <ac:spMkLst>
            <pc:docMk/>
            <pc:sldMk cId="3578133854" sldId="273"/>
            <ac:spMk id="21" creationId="{CA00AE6B-AA30-4CF8-BA6F-339B780AD76C}"/>
          </ac:spMkLst>
        </pc:spChg>
        <pc:spChg chg="add del">
          <ac:chgData name="Diana Hoyos Toscano" userId="f696a549be9143e3" providerId="LiveId" clId="{59332D42-0773-465C-92CB-9E2073AEC025}" dt="2026-01-05T15:25:40.086" v="146" actId="26606"/>
          <ac:spMkLst>
            <pc:docMk/>
            <pc:sldMk cId="3578133854" sldId="273"/>
            <ac:spMk id="22" creationId="{F6CA58B3-AFCC-4A40-9882-50D5080879B0}"/>
          </ac:spMkLst>
        </pc:spChg>
        <pc:spChg chg="add">
          <ac:chgData name="Diana Hoyos Toscano" userId="f696a549be9143e3" providerId="LiveId" clId="{59332D42-0773-465C-92CB-9E2073AEC025}" dt="2026-01-05T15:25:40.086" v="147" actId="26606"/>
          <ac:spMkLst>
            <pc:docMk/>
            <pc:sldMk cId="3578133854" sldId="273"/>
            <ac:spMk id="24" creationId="{D2B783EE-0239-4717-BBEA-8C9EAC61C824}"/>
          </ac:spMkLst>
        </pc:spChg>
        <pc:spChg chg="add">
          <ac:chgData name="Diana Hoyos Toscano" userId="f696a549be9143e3" providerId="LiveId" clId="{59332D42-0773-465C-92CB-9E2073AEC025}" dt="2026-01-05T15:25:40.086" v="147" actId="26606"/>
          <ac:spMkLst>
            <pc:docMk/>
            <pc:sldMk cId="3578133854" sldId="273"/>
            <ac:spMk id="25" creationId="{A7B99495-F43F-4D80-A44F-2CB4764EB90B}"/>
          </ac:spMkLst>
        </pc:spChg>
        <pc:spChg chg="add">
          <ac:chgData name="Diana Hoyos Toscano" userId="f696a549be9143e3" providerId="LiveId" clId="{59332D42-0773-465C-92CB-9E2073AEC025}" dt="2026-01-05T15:25:40.086" v="147" actId="26606"/>
          <ac:spMkLst>
            <pc:docMk/>
            <pc:sldMk cId="3578133854" sldId="273"/>
            <ac:spMk id="26" creationId="{70BEB1E7-2F88-40BC-B73D-42E5B6F80BFC}"/>
          </ac:spMkLst>
        </pc:spChg>
        <pc:picChg chg="add mod ord">
          <ac:chgData name="Diana Hoyos Toscano" userId="f696a549be9143e3" providerId="LiveId" clId="{59332D42-0773-465C-92CB-9E2073AEC025}" dt="2026-01-05T15:25:52.316" v="150" actId="1076"/>
          <ac:picMkLst>
            <pc:docMk/>
            <pc:sldMk cId="3578133854" sldId="273"/>
            <ac:picMk id="4" creationId="{5C07736D-F6FF-C009-CDCE-092CE587BC09}"/>
          </ac:picMkLst>
        </pc:picChg>
        <pc:picChg chg="add mod ord">
          <ac:chgData name="Diana Hoyos Toscano" userId="f696a549be9143e3" providerId="LiveId" clId="{59332D42-0773-465C-92CB-9E2073AEC025}" dt="2026-01-05T15:25:56.490" v="152" actId="14100"/>
          <ac:picMkLst>
            <pc:docMk/>
            <pc:sldMk cId="3578133854" sldId="273"/>
            <ac:picMk id="5" creationId="{B31B9D64-46A8-2611-D1D4-84874001916C}"/>
          </ac:picMkLst>
        </pc:picChg>
      </pc:sldChg>
      <pc:sldChg chg="add del ord">
        <pc:chgData name="Diana Hoyos Toscano" userId="f696a549be9143e3" providerId="LiveId" clId="{59332D42-0773-465C-92CB-9E2073AEC025}" dt="2026-01-05T15:47:37.740" v="244" actId="2696"/>
        <pc:sldMkLst>
          <pc:docMk/>
          <pc:sldMk cId="769679256" sldId="274"/>
        </pc:sldMkLst>
      </pc:sldChg>
      <pc:sldChg chg="modSp new del">
        <pc:chgData name="Diana Hoyos Toscano" userId="f696a549be9143e3" providerId="LiveId" clId="{59332D42-0773-465C-92CB-9E2073AEC025}" dt="2026-01-05T15:31:47.551" v="186" actId="2696"/>
        <pc:sldMkLst>
          <pc:docMk/>
          <pc:sldMk cId="2447223218" sldId="274"/>
        </pc:sldMkLst>
        <pc:spChg chg="mod">
          <ac:chgData name="Diana Hoyos Toscano" userId="f696a549be9143e3" providerId="LiveId" clId="{59332D42-0773-465C-92CB-9E2073AEC025}" dt="2026-01-05T15:28:22.163" v="159"/>
          <ac:spMkLst>
            <pc:docMk/>
            <pc:sldMk cId="2447223218" sldId="274"/>
            <ac:spMk id="2" creationId="{C05AAC6A-0ECF-F1E4-9344-BDBE4D1D0ACC}"/>
          </ac:spMkLst>
        </pc:spChg>
      </pc:sldChg>
      <pc:sldChg chg="addSp delSp modSp add mod ord">
        <pc:chgData name="Diana Hoyos Toscano" userId="f696a549be9143e3" providerId="LiveId" clId="{59332D42-0773-465C-92CB-9E2073AEC025}" dt="2026-01-05T15:46:20.356" v="232"/>
        <pc:sldMkLst>
          <pc:docMk/>
          <pc:sldMk cId="86248752" sldId="275"/>
        </pc:sldMkLst>
        <pc:spChg chg="mod">
          <ac:chgData name="Diana Hoyos Toscano" userId="f696a549be9143e3" providerId="LiveId" clId="{59332D42-0773-465C-92CB-9E2073AEC025}" dt="2026-01-05T15:46:10.210" v="228"/>
          <ac:spMkLst>
            <pc:docMk/>
            <pc:sldMk cId="86248752" sldId="275"/>
            <ac:spMk id="209" creationId="{3F26E90B-B58E-DF75-15F1-CAAC7125727D}"/>
          </ac:spMkLst>
        </pc:spChg>
        <pc:spChg chg="mod">
          <ac:chgData name="Diana Hoyos Toscano" userId="f696a549be9143e3" providerId="LiveId" clId="{59332D42-0773-465C-92CB-9E2073AEC025}" dt="2026-01-05T15:45:53.158" v="224" actId="207"/>
          <ac:spMkLst>
            <pc:docMk/>
            <pc:sldMk cId="86248752" sldId="275"/>
            <ac:spMk id="210" creationId="{DF16CC7E-AB90-AC07-C395-3BC7F311BAAF}"/>
          </ac:spMkLst>
        </pc:spChg>
        <pc:picChg chg="add mod">
          <ac:chgData name="Diana Hoyos Toscano" userId="f696a549be9143e3" providerId="LiveId" clId="{59332D42-0773-465C-92CB-9E2073AEC025}" dt="2026-01-05T15:46:02.005" v="227" actId="1076"/>
          <ac:picMkLst>
            <pc:docMk/>
            <pc:sldMk cId="86248752" sldId="275"/>
            <ac:picMk id="2" creationId="{ECEBB9A3-E8FE-E556-F4D5-AB7CEAC4B33B}"/>
          </ac:picMkLst>
        </pc:picChg>
        <pc:picChg chg="del">
          <ac:chgData name="Diana Hoyos Toscano" userId="f696a549be9143e3" providerId="LiveId" clId="{59332D42-0773-465C-92CB-9E2073AEC025}" dt="2026-01-05T15:45:58.842" v="225" actId="478"/>
          <ac:picMkLst>
            <pc:docMk/>
            <pc:sldMk cId="86248752" sldId="275"/>
            <ac:picMk id="211" creationId="{445506F9-0230-5A4D-25D1-A2091D42F453}"/>
          </ac:picMkLst>
        </pc:picChg>
      </pc:sldChg>
      <pc:sldChg chg="add del">
        <pc:chgData name="Diana Hoyos Toscano" userId="f696a549be9143e3" providerId="LiveId" clId="{59332D42-0773-465C-92CB-9E2073AEC025}" dt="2026-01-05T16:17:58.738" v="283" actId="2696"/>
        <pc:sldMkLst>
          <pc:docMk/>
          <pc:sldMk cId="4005683483" sldId="276"/>
        </pc:sldMkLst>
      </pc:sldChg>
      <pc:sldMasterChg chg="delSldLayout">
        <pc:chgData name="Diana Hoyos Toscano" userId="f696a549be9143e3" providerId="LiveId" clId="{59332D42-0773-465C-92CB-9E2073AEC025}" dt="2026-01-05T16:18:02.913" v="284" actId="2696"/>
        <pc:sldMasterMkLst>
          <pc:docMk/>
          <pc:sldMasterMk cId="0" sldId="2147483648"/>
        </pc:sldMasterMkLst>
        <pc:sldLayoutChg chg="del">
          <pc:chgData name="Diana Hoyos Toscano" userId="f696a549be9143e3" providerId="LiveId" clId="{59332D42-0773-465C-92CB-9E2073AEC025}" dt="2026-01-05T16:18:02.913" v="284" actId="2696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Diana Hoyos Toscano" userId="f696a549be9143e3" providerId="LiveId" clId="{59332D42-0773-465C-92CB-9E2073AEC025}" dt="2026-01-05T16:13:18.965" v="281" actId="2696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Diana Hoyos Toscano" userId="f696a549be9143e3" providerId="LiveId" clId="{59332D42-0773-465C-92CB-9E2073AEC025}" dt="2026-01-05T15:28:06.288" v="157" actId="2696"/>
          <pc:sldLayoutMkLst>
            <pc:docMk/>
            <pc:sldMasterMk cId="0" sldId="2147483648"/>
            <pc:sldLayoutMk cId="0" sldId="21474836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1EC16840-60A3-D535-9AB5-C24313FB3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>
            <a:extLst>
              <a:ext uri="{FF2B5EF4-FFF2-40B4-BE49-F238E27FC236}">
                <a16:creationId xmlns:a16="http://schemas.microsoft.com/office/drawing/2014/main" id="{1617F131-5554-8B8C-DFD4-07C8E7EE09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Google Shape;205;p11:notes">
            <a:extLst>
              <a:ext uri="{FF2B5EF4-FFF2-40B4-BE49-F238E27FC236}">
                <a16:creationId xmlns:a16="http://schemas.microsoft.com/office/drawing/2014/main" id="{BC92125D-CF7F-87F3-74F9-E4778D80ED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5242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4996cd242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b4996cd24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ornaledelcaffe.it/biodiversita/la-pianta-del-caffe-principali-varieta-arabica-e-robusta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s://honduras.eregulations.org/Contacts/65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0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DEDCDD-388E-3105-4E25-DCE1473E6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 fontScale="90000"/>
          </a:bodyPr>
          <a:lstStyle/>
          <a:p>
            <a:r>
              <a:rPr lang="es-ES"/>
              <a:t>Hipótesis Univariante y Bivariante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F606FA-8766-3244-AA64-EEB54246C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5092194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s-ES" dirty="0"/>
              <a:t>• Distribución de la producción de café por país</a:t>
            </a:r>
          </a:p>
          <a:p>
            <a:pPr marL="114300" indent="0">
              <a:buNone/>
            </a:pPr>
            <a:r>
              <a:rPr lang="es-ES" dirty="0"/>
              <a:t>• Relación entre producción y exportaciones</a:t>
            </a:r>
          </a:p>
          <a:p>
            <a:pPr marL="114300" indent="0">
              <a:buNone/>
            </a:pPr>
            <a:r>
              <a:rPr lang="es-ES" dirty="0"/>
              <a:t>• Comparación según el tipo de café: Arábica vs Robusta</a:t>
            </a:r>
          </a:p>
          <a:p>
            <a:endParaRPr lang="es-ES" dirty="0"/>
          </a:p>
        </p:txBody>
      </p:sp>
      <p:sp>
        <p:nvSpPr>
          <p:cNvPr id="25" name="Oval 12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 descr="Imagen que contiene comida, fruta, plato, chocolate&#10;&#10;El contenido generado por IA puede ser incorrecto.">
            <a:extLst>
              <a:ext uri="{FF2B5EF4-FFF2-40B4-BE49-F238E27FC236}">
                <a16:creationId xmlns:a16="http://schemas.microsoft.com/office/drawing/2014/main" id="{B31B9D64-46A8-2611-D1D4-848740019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1404" r="22107" b="-1"/>
          <a:stretch>
            <a:fillRect/>
          </a:stretch>
        </p:blipFill>
        <p:spPr>
          <a:xfrm>
            <a:off x="8288594" y="2727730"/>
            <a:ext cx="3903406" cy="4060288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26" name="Arc 14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n 3" descr="Imagen que contiene tabla, pastel, azul, hombre&#10;&#10;El contenido generado por IA puede ser incorrecto.">
            <a:extLst>
              <a:ext uri="{FF2B5EF4-FFF2-40B4-BE49-F238E27FC236}">
                <a16:creationId xmlns:a16="http://schemas.microsoft.com/office/drawing/2014/main" id="{5C07736D-F6FF-C009-CDCE-092CE587BC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1164" r="7814" b="1"/>
          <a:stretch>
            <a:fillRect/>
          </a:stretch>
        </p:blipFill>
        <p:spPr>
          <a:xfrm>
            <a:off x="6548284" y="167151"/>
            <a:ext cx="3193306" cy="2729276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6D9093B-835C-10D6-0CF6-1680C864C625}"/>
              </a:ext>
            </a:extLst>
          </p:cNvPr>
          <p:cNvSpPr txBox="1"/>
          <p:nvPr/>
        </p:nvSpPr>
        <p:spPr>
          <a:xfrm>
            <a:off x="9599623" y="6657945"/>
            <a:ext cx="2592377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sz="700">
                <a:solidFill>
                  <a:srgbClr val="FFFFFF"/>
                </a:solidFill>
                <a:latin typeface="+mn-lt"/>
                <a:ea typeface="+mn-ea"/>
                <a:cs typeface="+mn-cs"/>
                <a:hlinkClick r:id="rId3" tooltip="https://www.giornaledelcaffe.it/biodiversita/la-pianta-del-caffe-principali-varieta-arabica-e-robusta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es-ES" sz="7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Autor desconocido está bajo licencia </a:t>
            </a:r>
            <a:r>
              <a:rPr lang="es-ES" sz="700">
                <a:solidFill>
                  <a:srgbClr val="FFFFFF"/>
                </a:solidFill>
                <a:latin typeface="+mn-lt"/>
                <a:ea typeface="+mn-ea"/>
                <a:cs typeface="+mn-cs"/>
                <a:hlinkClick r:id="rId6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s-ES" sz="7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133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0" y="0"/>
            <a:ext cx="5653438" cy="6858000"/>
          </a:xfrm>
          <a:custGeom>
            <a:avLst/>
            <a:gdLst/>
            <a:ahLst/>
            <a:cxnLst/>
            <a:rect l="l" t="t" r="r" b="b"/>
            <a:pathLst>
              <a:path w="6096000" h="6858000" extrusionOk="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727D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3"/>
          <p:cNvSpPr txBox="1">
            <a:spLocks noGrp="1"/>
          </p:cNvSpPr>
          <p:nvPr>
            <p:ph type="title"/>
          </p:nvPr>
        </p:nvSpPr>
        <p:spPr>
          <a:xfrm>
            <a:off x="529952" y="403123"/>
            <a:ext cx="5123486" cy="147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82474"/>
            </a:pPr>
            <a:r>
              <a:rPr lang="es-ES" sz="4000" b="1" dirty="0"/>
              <a:t>Distribución y </a:t>
            </a:r>
            <a:br>
              <a:rPr lang="es-ES" sz="4000" b="1" dirty="0"/>
            </a:br>
            <a:r>
              <a:rPr lang="es-ES" sz="4000" b="1" dirty="0"/>
              <a:t>concentración </a:t>
            </a:r>
            <a:br>
              <a:rPr lang="es-ES" sz="4000" b="1" dirty="0"/>
            </a:br>
            <a:r>
              <a:rPr lang="es-ES" sz="4000" b="1" dirty="0"/>
              <a:t>de la producción</a:t>
            </a:r>
            <a:br>
              <a:rPr lang="es-ES" sz="2800" dirty="0"/>
            </a:br>
            <a:endParaRPr sz="2800" dirty="0"/>
          </a:p>
        </p:txBody>
      </p:sp>
      <p:sp>
        <p:nvSpPr>
          <p:cNvPr id="237" name="Google Shape;237;p13"/>
          <p:cNvSpPr txBox="1">
            <a:spLocks noGrp="1"/>
          </p:cNvSpPr>
          <p:nvPr>
            <p:ph type="body" idx="1"/>
          </p:nvPr>
        </p:nvSpPr>
        <p:spPr>
          <a:xfrm>
            <a:off x="529952" y="2001092"/>
            <a:ext cx="3717583" cy="459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1900"/>
            </a:pP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sz="2200" dirty="0">
                <a:solidFill>
                  <a:schemeClr val="bg1"/>
                </a:solidFill>
              </a:rPr>
              <a:t>La producción mundial de café está altamente concentrada</a:t>
            </a:r>
          </a:p>
          <a:p>
            <a:pPr marL="228600" lvl="0" indent="-228600">
              <a:spcBef>
                <a:spcPts val="0"/>
              </a:spcBef>
              <a:buSzPts val="1900"/>
            </a:pPr>
            <a:endParaRPr lang="es-ES" sz="2200" dirty="0">
              <a:solidFill>
                <a:schemeClr val="bg1"/>
              </a:solidFill>
            </a:endParaRPr>
          </a:p>
          <a:p>
            <a:pPr marL="228600" lvl="0" indent="-228600">
              <a:spcBef>
                <a:spcPts val="0"/>
              </a:spcBef>
              <a:buSzPts val="1900"/>
            </a:pPr>
            <a:r>
              <a:rPr lang="es-ES" sz="2200" dirty="0">
                <a:solidFill>
                  <a:schemeClr val="bg1"/>
                </a:solidFill>
              </a:rPr>
              <a:t> Un número reducido de países domina la producción total.</a:t>
            </a:r>
          </a:p>
          <a:p>
            <a:pPr marL="228600" lvl="0" indent="-228600">
              <a:spcBef>
                <a:spcPts val="0"/>
              </a:spcBef>
              <a:buSzPts val="1900"/>
            </a:pPr>
            <a:endParaRPr lang="es-ES" sz="2200" dirty="0">
              <a:solidFill>
                <a:schemeClr val="bg1"/>
              </a:solidFill>
            </a:endParaRPr>
          </a:p>
          <a:p>
            <a:pPr marL="228600" lvl="0" indent="-228600">
              <a:spcBef>
                <a:spcPts val="0"/>
              </a:spcBef>
              <a:buSzPts val="1900"/>
            </a:pPr>
            <a:r>
              <a:rPr lang="es-ES" sz="2200" dirty="0">
                <a:solidFill>
                  <a:schemeClr val="bg1"/>
                </a:solidFill>
              </a:rPr>
              <a:t>En torno a ocho países concentran más del ochenta por ciento de la producción total.</a:t>
            </a:r>
          </a:p>
          <a:p>
            <a:pPr marL="228600" lvl="0" indent="-1111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/>
          </a:p>
        </p:txBody>
      </p:sp>
      <p:pic>
        <p:nvPicPr>
          <p:cNvPr id="2" name="Google Shape;211;p11">
            <a:extLst>
              <a:ext uri="{FF2B5EF4-FFF2-40B4-BE49-F238E27FC236}">
                <a16:creationId xmlns:a16="http://schemas.microsoft.com/office/drawing/2014/main" id="{D748B60C-B351-A0CF-E99B-8EBE8C7779B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175" y="255639"/>
            <a:ext cx="5529309" cy="3274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0AD8E32C-CFC3-5645-B685-47B5D2095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158" y="3492207"/>
            <a:ext cx="5687219" cy="33532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6A501955-F616-3466-9FB0-6C6E9A024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>
            <a:extLst>
              <a:ext uri="{FF2B5EF4-FFF2-40B4-BE49-F238E27FC236}">
                <a16:creationId xmlns:a16="http://schemas.microsoft.com/office/drawing/2014/main" id="{95E29A59-CD5C-CCA4-C295-24C67446A6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>
            <a:extLst>
              <a:ext uri="{FF2B5EF4-FFF2-40B4-BE49-F238E27FC236}">
                <a16:creationId xmlns:a16="http://schemas.microsoft.com/office/drawing/2014/main" id="{621EAC9B-B963-DBFC-FC0B-10888DCF38D2}"/>
              </a:ext>
            </a:extLst>
          </p:cNvPr>
          <p:cNvSpPr/>
          <p:nvPr/>
        </p:nvSpPr>
        <p:spPr>
          <a:xfrm>
            <a:off x="0" y="0"/>
            <a:ext cx="5653438" cy="6858000"/>
          </a:xfrm>
          <a:custGeom>
            <a:avLst/>
            <a:gdLst/>
            <a:ahLst/>
            <a:cxnLst/>
            <a:rect l="l" t="t" r="r" b="b"/>
            <a:pathLst>
              <a:path w="6096000" h="6858000" extrusionOk="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CC9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>
            <a:extLst>
              <a:ext uri="{FF2B5EF4-FFF2-40B4-BE49-F238E27FC236}">
                <a16:creationId xmlns:a16="http://schemas.microsoft.com/office/drawing/2014/main" id="{3F26E90B-B58E-DF75-15F1-CAAC712572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2366" y="344129"/>
            <a:ext cx="5032500" cy="144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3600"/>
            </a:pPr>
            <a:r>
              <a:rPr lang="es-ES" sz="3600" b="1" dirty="0"/>
              <a:t>PRODUCCIÓN VS. EXPORTACIÓN</a:t>
            </a:r>
            <a:endParaRPr sz="3600" dirty="0"/>
          </a:p>
        </p:txBody>
      </p:sp>
      <p:sp>
        <p:nvSpPr>
          <p:cNvPr id="210" name="Google Shape;210;p11">
            <a:extLst>
              <a:ext uri="{FF2B5EF4-FFF2-40B4-BE49-F238E27FC236}">
                <a16:creationId xmlns:a16="http://schemas.microsoft.com/office/drawing/2014/main" id="{DF16CC7E-AB90-AC07-C395-3BC7F311BA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2366" y="2194102"/>
            <a:ext cx="3427001" cy="3908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s-ES" sz="2000" dirty="0">
                <a:solidFill>
                  <a:schemeClr val="tx1"/>
                </a:solidFill>
              </a:rPr>
              <a:t>• Relación positiva entre producción y exportaciones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s-ES" sz="2000" dirty="0">
                <a:solidFill>
                  <a:schemeClr val="tx1"/>
                </a:solidFill>
              </a:rPr>
              <a:t>• Mercado dominado por pocos países (</a:t>
            </a:r>
            <a:r>
              <a:rPr lang="es-ES" sz="2000" dirty="0" err="1">
                <a:solidFill>
                  <a:schemeClr val="tx1"/>
                </a:solidFill>
              </a:rPr>
              <a:t>outliers</a:t>
            </a:r>
            <a:r>
              <a:rPr lang="es-ES" sz="2000" dirty="0">
                <a:solidFill>
                  <a:schemeClr val="tx1"/>
                </a:solidFill>
              </a:rPr>
              <a:t>)</a:t>
            </a:r>
          </a:p>
          <a:p>
            <a:pPr marL="228600" lvl="0" indent="-228600">
              <a:spcBef>
                <a:spcPts val="0"/>
              </a:spcBef>
              <a:buSzPts val="1900"/>
            </a:pPr>
            <a:endParaRPr sz="1900" dirty="0"/>
          </a:p>
        </p:txBody>
      </p:sp>
      <p:pic>
        <p:nvPicPr>
          <p:cNvPr id="2" name="Google Shape;238;p13">
            <a:extLst>
              <a:ext uri="{FF2B5EF4-FFF2-40B4-BE49-F238E27FC236}">
                <a16:creationId xmlns:a16="http://schemas.microsoft.com/office/drawing/2014/main" id="{ECEBB9A3-E8FE-E556-F4D5-AB7CEAC4B33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1733" y="1313221"/>
            <a:ext cx="6581775" cy="5200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24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4996cd242_0_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b4996cd242_0_16"/>
          <p:cNvSpPr/>
          <p:nvPr/>
        </p:nvSpPr>
        <p:spPr>
          <a:xfrm>
            <a:off x="0" y="0"/>
            <a:ext cx="5654040" cy="6858000"/>
          </a:xfrm>
          <a:custGeom>
            <a:avLst/>
            <a:gdLst/>
            <a:ahLst/>
            <a:cxnLst/>
            <a:rect l="l" t="t" r="r" b="b"/>
            <a:pathLst>
              <a:path w="6096000" h="6858000" extrusionOk="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727D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b4996cd242_0_16"/>
          <p:cNvSpPr txBox="1">
            <a:spLocks noGrp="1"/>
          </p:cNvSpPr>
          <p:nvPr>
            <p:ph type="title"/>
          </p:nvPr>
        </p:nvSpPr>
        <p:spPr>
          <a:xfrm>
            <a:off x="2812650" y="0"/>
            <a:ext cx="6566700" cy="15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2474"/>
              <a:buFont typeface="Play"/>
              <a:buNone/>
            </a:pPr>
            <a:r>
              <a:rPr lang="es-ES" sz="4850" b="1" dirty="0"/>
              <a:t>ARÁBICA VS. ROBUSTA</a:t>
            </a:r>
            <a:endParaRPr sz="485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2857"/>
              <a:buFont typeface="Play"/>
              <a:buNone/>
            </a:pPr>
            <a:br>
              <a:rPr lang="es-ES" sz="2800" dirty="0"/>
            </a:br>
            <a:endParaRPr sz="2800" dirty="0"/>
          </a:p>
        </p:txBody>
      </p:sp>
      <p:sp>
        <p:nvSpPr>
          <p:cNvPr id="246" name="Google Shape;246;g3b4996cd242_0_16"/>
          <p:cNvSpPr txBox="1">
            <a:spLocks noGrp="1"/>
          </p:cNvSpPr>
          <p:nvPr>
            <p:ph type="body" idx="1"/>
          </p:nvPr>
        </p:nvSpPr>
        <p:spPr>
          <a:xfrm>
            <a:off x="268100" y="1211350"/>
            <a:ext cx="3610648" cy="501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>
              <a:lnSpc>
                <a:spcPct val="115000"/>
              </a:lnSpc>
              <a:spcBef>
                <a:spcPts val="1200"/>
              </a:spcBef>
              <a:buClr>
                <a:schemeClr val="lt1"/>
              </a:buClr>
              <a:buNone/>
            </a:pPr>
            <a:r>
              <a:rPr lang="es-ES" sz="2700" dirty="0">
                <a:solidFill>
                  <a:schemeClr val="lt1"/>
                </a:solidFill>
              </a:rPr>
              <a:t>• Arábica concentra mayor producción total</a:t>
            </a:r>
          </a:p>
          <a:p>
            <a:pPr marL="114300" lvl="0" indent="0">
              <a:lnSpc>
                <a:spcPct val="115000"/>
              </a:lnSpc>
              <a:spcBef>
                <a:spcPts val="1200"/>
              </a:spcBef>
              <a:buClr>
                <a:schemeClr val="lt1"/>
              </a:buClr>
              <a:buNone/>
            </a:pPr>
            <a:r>
              <a:rPr lang="es-ES" sz="2700" dirty="0">
                <a:solidFill>
                  <a:schemeClr val="lt1"/>
                </a:solidFill>
              </a:rPr>
              <a:t>• Robusta presenta un crecimiento más estable</a:t>
            </a:r>
            <a:endParaRPr sz="2700" dirty="0">
              <a:solidFill>
                <a:schemeClr val="lt1"/>
              </a:solidFill>
            </a:endParaRPr>
          </a:p>
        </p:txBody>
      </p:sp>
      <p:pic>
        <p:nvPicPr>
          <p:cNvPr id="247" name="Google Shape;247;g3b4996cd242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9474" y="1377903"/>
            <a:ext cx="7511800" cy="462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123</Words>
  <Application>Microsoft Office PowerPoint</Application>
  <PresentationFormat>Panorámica</PresentationFormat>
  <Paragraphs>18</Paragraphs>
  <Slides>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Calibri</vt:lpstr>
      <vt:lpstr>Arial</vt:lpstr>
      <vt:lpstr>Play</vt:lpstr>
      <vt:lpstr>Tema de Office</vt:lpstr>
      <vt:lpstr>Hipótesis Univariante y Bivariante</vt:lpstr>
      <vt:lpstr>Distribución y  concentración  de la producción </vt:lpstr>
      <vt:lpstr>PRODUCCIÓN VS. EXPORTACIÓN</vt:lpstr>
      <vt:lpstr>ARÁBICA VS. ROBUSTA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Diana Hoyos Toscano</dc:creator>
  <cp:lastModifiedBy>Diana Hoyos Toscano</cp:lastModifiedBy>
  <cp:revision>1</cp:revision>
  <dcterms:created xsi:type="dcterms:W3CDTF">2025-12-16T08:44:30Z</dcterms:created>
  <dcterms:modified xsi:type="dcterms:W3CDTF">2026-01-05T16:18:07Z</dcterms:modified>
</cp:coreProperties>
</file>